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3" r:id="rId19"/>
    <p:sldId id="273" r:id="rId20"/>
    <p:sldId id="274" r:id="rId21"/>
    <p:sldId id="280" r:id="rId22"/>
    <p:sldId id="281" r:id="rId23"/>
    <p:sldId id="28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>
        <p:scale>
          <a:sx n="140" d="100"/>
          <a:sy n="140" d="100"/>
        </p:scale>
        <p:origin x="2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5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URL: https://videos.pexels.com/video-files/6774646/6774646-uhd_3840_2160_30fps.mp4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9770e57-6040-4688-a457-b8f965cc3431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7947420-hd_1920_1080_30fps">
            <a:hlinkClick r:id="" action="ppaction://media"/>
            <a:extLst>
              <a:ext uri="{FF2B5EF4-FFF2-40B4-BE49-F238E27FC236}">
                <a16:creationId xmlns:a16="http://schemas.microsoft.com/office/drawing/2014/main" id="{B7F22FC6-A929-B9C6-8220-61842CEA2F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50000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e3af07d-4118-4088-ae40-bd14a908403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0e46543-1f49-4b7e-8598-b69cab54caf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e9b9b12-f197-46e6-af07-1cb9b485324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d5c304e-4eff-4110-81ae-1354f2e17c2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216c457-6626-4c5d-86d6-ba60bc599dc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89C5EF-705D-67AE-6A66-AA65C01C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24" t="6716" r="4718" b="4611"/>
          <a:stretch>
            <a:fillRect/>
          </a:stretch>
        </p:blipFill>
        <p:spPr>
          <a:xfrm>
            <a:off x="931025" y="714895"/>
            <a:ext cx="6921731" cy="4335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3636cba-7468-4bf4-9ff6-2c72373101c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33d2528-8142-4948-90ac-d2c5fbe7edc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edeb371-608a-4359-8d08-840593442f8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997f325-ed9d-4c88-b65f-c7c4620061e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f95b77b-9e8e-43e9-a0b7-59667e8f810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cc6dc68-3336-46fd-9989-2eae8c55fa5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43c8b55-3442-456a-b37c-fa61f447982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c0c4757-120d-45fc-b20a-fce116303f2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1835ba7-e59c-456c-8666-8582cda53f4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c6930c6-2be4-4109-ada8-f0a9a0bfc91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f2fa143-563e-4b0c-9892-126be22db9d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84c583d-dbef-4333-bb2e-a7c689d83ff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2D2CA1-7712-20D2-85C6-9529394D8296}"/>
              </a:ext>
            </a:extLst>
          </p:cNvPr>
          <p:cNvCxnSpPr/>
          <p:nvPr/>
        </p:nvCxnSpPr>
        <p:spPr>
          <a:xfrm>
            <a:off x="2124364" y="2078182"/>
            <a:ext cx="12469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D94167-1A54-DDA9-E32A-74AA6290D50B}"/>
              </a:ext>
            </a:extLst>
          </p:cNvPr>
          <p:cNvCxnSpPr>
            <a:cxnSpLocks/>
          </p:cNvCxnSpPr>
          <p:nvPr/>
        </p:nvCxnSpPr>
        <p:spPr>
          <a:xfrm>
            <a:off x="2124364" y="2078182"/>
            <a:ext cx="3320472" cy="540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bec26fa-06de-4f41-9764-531b683ccab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5b86179-93b3-4080-aa70-4b426f57bef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b3aac69-a383-47fe-b014-bd43a6e3448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b76dbcf-6f32-4735-93a1-b2c63a97d0c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cabb28e-d633-4d4d-a77b-c4592451bbd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</Words>
  <Application>Microsoft Office PowerPoint</Application>
  <PresentationFormat>On-screen Show (16:9)</PresentationFormat>
  <Paragraphs>24</Paragraphs>
  <Slides>23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Padilla Herrera</cp:lastModifiedBy>
  <cp:revision>2</cp:revision>
  <dcterms:created xsi:type="dcterms:W3CDTF">2026-02-01T14:59:33Z</dcterms:created>
  <dcterms:modified xsi:type="dcterms:W3CDTF">2026-02-01T15:07:43Z</dcterms:modified>
</cp:coreProperties>
</file>